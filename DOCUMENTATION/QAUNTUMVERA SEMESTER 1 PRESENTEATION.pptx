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1" r:id="rId6"/>
    <p:sldId id="257" r:id="rId7"/>
    <p:sldId id="262" r:id="rId8"/>
    <p:sldId id="263" r:id="rId9"/>
    <p:sldId id="265" r:id="rId10"/>
    <p:sldId id="266" r:id="rId11"/>
    <p:sldId id="267" r:id="rId12"/>
    <p:sldId id="260" r:id="rId13"/>
    <p:sldId id="258" r:id="rId14"/>
    <p:sldId id="259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97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5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2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5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420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9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02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9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69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96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1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67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4" name="Picture 13" descr="Abstract smoke background">
            <a:extLst>
              <a:ext uri="{FF2B5EF4-FFF2-40B4-BE49-F238E27FC236}">
                <a16:creationId xmlns:a16="http://schemas.microsoft.com/office/drawing/2014/main" id="{C936AAF7-FFB9-F846-7EAE-E48C517356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1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C4352-071F-87FB-7C16-418BA831F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75147"/>
            <a:ext cx="7978385" cy="916234"/>
          </a:xfrm>
        </p:spPr>
        <p:txBody>
          <a:bodyPr anchor="ctr">
            <a:normAutofit/>
          </a:bodyPr>
          <a:lstStyle/>
          <a:p>
            <a:r>
              <a:rPr lang="en-ZA" sz="3600" dirty="0"/>
              <a:t>QAUNTUMVERA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9B266-EA57-C885-C0FF-66DAD76C2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426" y="196597"/>
            <a:ext cx="3634494" cy="868139"/>
          </a:xfrm>
        </p:spPr>
        <p:txBody>
          <a:bodyPr anchor="ctr">
            <a:normAutofit/>
          </a:bodyPr>
          <a:lstStyle/>
          <a:p>
            <a:pPr algn="r"/>
            <a:endParaRPr lang="en-ZA" sz="1800"/>
          </a:p>
        </p:txBody>
      </p:sp>
    </p:spTree>
    <p:extLst>
      <p:ext uri="{BB962C8B-B14F-4D97-AF65-F5344CB8AC3E}">
        <p14:creationId xmlns:p14="http://schemas.microsoft.com/office/powerpoint/2010/main" val="1129701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4409D3-5BA7-D523-CCD0-603F3F630F0D}"/>
              </a:ext>
            </a:extLst>
          </p:cNvPr>
          <p:cNvSpPr txBox="1"/>
          <p:nvPr/>
        </p:nvSpPr>
        <p:spPr>
          <a:xfrm>
            <a:off x="806245" y="324465"/>
            <a:ext cx="10579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400" dirty="0"/>
              <a:t>MEET THE TEAM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E7984-1FD0-669B-9FA0-4DBA9C5331A0}"/>
              </a:ext>
            </a:extLst>
          </p:cNvPr>
          <p:cNvSpPr txBox="1"/>
          <p:nvPr/>
        </p:nvSpPr>
        <p:spPr>
          <a:xfrm>
            <a:off x="806245" y="1160206"/>
            <a:ext cx="105795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 err="1"/>
              <a:t>Siyamazi</a:t>
            </a:r>
            <a:r>
              <a:rPr lang="en-ZA" dirty="0"/>
              <a:t> Kheswa</a:t>
            </a:r>
          </a:p>
          <a:p>
            <a:pPr algn="ctr"/>
            <a:endParaRPr lang="en-ZA" dirty="0"/>
          </a:p>
          <a:p>
            <a:pPr algn="ctr"/>
            <a:r>
              <a:rPr lang="en-ZA" dirty="0"/>
              <a:t>Lindokuhle Njoko</a:t>
            </a:r>
          </a:p>
          <a:p>
            <a:pPr algn="ctr"/>
            <a:endParaRPr lang="en-ZA" dirty="0"/>
          </a:p>
          <a:p>
            <a:pPr algn="ctr"/>
            <a:r>
              <a:rPr lang="en-ZA" dirty="0"/>
              <a:t>Mnqobi </a:t>
            </a:r>
            <a:r>
              <a:rPr lang="en-ZA" dirty="0" err="1"/>
              <a:t>Khuboni</a:t>
            </a:r>
            <a:endParaRPr lang="en-ZA" dirty="0"/>
          </a:p>
          <a:p>
            <a:pPr algn="ctr"/>
            <a:endParaRPr lang="en-ZA" dirty="0"/>
          </a:p>
          <a:p>
            <a:pPr algn="ctr"/>
            <a:r>
              <a:rPr lang="en-ZA" dirty="0" err="1"/>
              <a:t>Letlohonolo</a:t>
            </a:r>
            <a:r>
              <a:rPr lang="en-ZA" dirty="0"/>
              <a:t> Mosia</a:t>
            </a:r>
          </a:p>
          <a:p>
            <a:pPr algn="ctr"/>
            <a:endParaRPr lang="en-ZA" dirty="0"/>
          </a:p>
          <a:p>
            <a:pPr algn="ctr"/>
            <a:r>
              <a:rPr lang="en-ZA" dirty="0" err="1"/>
              <a:t>Malwande</a:t>
            </a:r>
            <a:r>
              <a:rPr lang="en-ZA" dirty="0"/>
              <a:t> </a:t>
            </a:r>
            <a:r>
              <a:rPr lang="en-ZA" dirty="0" err="1"/>
              <a:t>Mthenjana</a:t>
            </a:r>
            <a:endParaRPr lang="en-ZA" dirty="0"/>
          </a:p>
          <a:p>
            <a:pPr algn="ctr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52228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admap with pointers and text&#10;&#10;AI-generated content may be incorrect.">
            <a:extLst>
              <a:ext uri="{FF2B5EF4-FFF2-40B4-BE49-F238E27FC236}">
                <a16:creationId xmlns:a16="http://schemas.microsoft.com/office/drawing/2014/main" id="{0EE22EF4-B1BE-8C81-BE8F-231558245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386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64AF0F-638C-5CE1-AD13-A80933B61FB9}"/>
              </a:ext>
            </a:extLst>
          </p:cNvPr>
          <p:cNvSpPr txBox="1"/>
          <p:nvPr/>
        </p:nvSpPr>
        <p:spPr>
          <a:xfrm>
            <a:off x="796413" y="285135"/>
            <a:ext cx="1055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/>
              <a:t>WORK AGREEMENT 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279F17D-38BE-C9F5-C48E-6A3BDC359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14" y="778154"/>
            <a:ext cx="4973766" cy="1585097"/>
          </a:xfrm>
          <a:prstGeom prst="rect">
            <a:avLst/>
          </a:prstGeom>
        </p:spPr>
      </p:pic>
      <p:pic>
        <p:nvPicPr>
          <p:cNvPr id="7" name="Picture 6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AC1ACEC2-AB2F-6EFA-F9B5-B67732555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904" y="1398206"/>
            <a:ext cx="5875529" cy="4511431"/>
          </a:xfrm>
          <a:prstGeom prst="rect">
            <a:avLst/>
          </a:prstGeom>
        </p:spPr>
      </p:pic>
      <p:pic>
        <p:nvPicPr>
          <p:cNvPr id="9" name="Picture 8" descr="A person signing a employment agreement&#10;&#10;AI-generated content may be incorrect.">
            <a:extLst>
              <a:ext uri="{FF2B5EF4-FFF2-40B4-BE49-F238E27FC236}">
                <a16:creationId xmlns:a16="http://schemas.microsoft.com/office/drawing/2014/main" id="{19FC067B-297B-B548-012F-A9EDEA068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768" y="2933043"/>
            <a:ext cx="256222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97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6A1867-01CB-95B5-A8BD-E48CBF0F1A35}"/>
              </a:ext>
            </a:extLst>
          </p:cNvPr>
          <p:cNvSpPr txBox="1"/>
          <p:nvPr/>
        </p:nvSpPr>
        <p:spPr>
          <a:xfrm>
            <a:off x="3642630" y="448181"/>
            <a:ext cx="7445661" cy="11469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cap="all" spc="30">
                <a:latin typeface="+mj-lt"/>
                <a:ea typeface="+mj-ea"/>
                <a:cs typeface="+mj-cs"/>
              </a:rPr>
              <a:t>CLIENT EXPECTATIONS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9600FFC-92AF-4AD3-9595-B0E23476B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195590" y="661358"/>
            <a:ext cx="0" cy="57607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erson and person in a construction site&#10;&#10;AI-generated content may be incorrect.">
            <a:extLst>
              <a:ext uri="{FF2B5EF4-FFF2-40B4-BE49-F238E27FC236}">
                <a16:creationId xmlns:a16="http://schemas.microsoft.com/office/drawing/2014/main" id="{7C57F046-5125-1208-9F11-A31D854A6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996" y="1978003"/>
            <a:ext cx="7339808" cy="411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70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C2AAF5-42B9-ACFD-4FE1-2FC437D8E661}"/>
              </a:ext>
            </a:extLst>
          </p:cNvPr>
          <p:cNvSpPr txBox="1"/>
          <p:nvPr/>
        </p:nvSpPr>
        <p:spPr>
          <a:xfrm>
            <a:off x="8138159" y="1177348"/>
            <a:ext cx="3330906" cy="3441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cap="all" spc="30" dirty="0">
                <a:latin typeface="+mj-lt"/>
                <a:ea typeface="+mj-ea"/>
                <a:cs typeface="+mj-cs"/>
              </a:rPr>
              <a:t>Functional and non-functional requirements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6D0BAFE-D366-3949-AC30-2D0632CA7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625" y="863602"/>
            <a:ext cx="5642590" cy="513475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602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6827964F-3765-C920-8D43-7D0150923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480" y="1752096"/>
            <a:ext cx="9972154" cy="335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22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78075BE-4130-4D6A-B0EB-6397ED5E5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and white list of food&#10;&#10;AI-generated content may be incorrect.">
            <a:extLst>
              <a:ext uri="{FF2B5EF4-FFF2-40B4-BE49-F238E27FC236}">
                <a16:creationId xmlns:a16="http://schemas.microsoft.com/office/drawing/2014/main" id="{CA3AF8DC-97C9-0768-B867-5BA2DB3F1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" r="2" b="6862"/>
          <a:stretch>
            <a:fillRect/>
          </a:stretch>
        </p:blipFill>
        <p:spPr>
          <a:xfrm>
            <a:off x="800100" y="723899"/>
            <a:ext cx="10591800" cy="542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709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phone">
            <a:extLst>
              <a:ext uri="{FF2B5EF4-FFF2-40B4-BE49-F238E27FC236}">
                <a16:creationId xmlns:a16="http://schemas.microsoft.com/office/drawing/2014/main" id="{DAD0032C-FF1E-A501-48AD-E7D558A22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893" y="0"/>
            <a:ext cx="45702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60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048611-791A-466A-A5C1-B0415D43D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AE4AFF-DB73-D407-E995-D57BEC62B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60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0E884A-93C9-44E4-842F-5B6C251F8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476" y="723900"/>
            <a:ext cx="10610474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25400" dir="2700000" sx="99000" sy="99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0EB31C-CD53-48C2-A9BE-DFB0681AE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50800" dist="25400" dir="2700000" sx="99000" sy="99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751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3F04-AE70-D44A-2041-5E3BCE3F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LINKS TO: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83159-4E35-A857-1F7C-48DF988DF9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ZA" dirty="0"/>
              <a:t>GitHub</a:t>
            </a:r>
            <a:br>
              <a:rPr lang="en-ZA" dirty="0"/>
            </a:br>
            <a:r>
              <a:rPr lang="en-ZA" dirty="0"/>
              <a:t>https://github.com/LindoNJOKO/QuantumVara-WIL-Project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6CDB9-6B7C-7E11-975B-95A033A1F5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ZA" dirty="0"/>
              <a:t>Non-functional Prototype </a:t>
            </a:r>
            <a:br>
              <a:rPr lang="en-ZA" dirty="0"/>
            </a:br>
            <a:r>
              <a:rPr lang="en-ZA" dirty="0"/>
              <a:t>https://www.figma.com/design/E5Nq3ZTaNsAxXlR58OtX0l/NURTURE-NEST?node-id=0-1&amp;m=dev&amp;t=nOMG8L5vKszh85Fn-1</a:t>
            </a:r>
          </a:p>
        </p:txBody>
      </p:sp>
    </p:spTree>
    <p:extLst>
      <p:ext uri="{BB962C8B-B14F-4D97-AF65-F5344CB8AC3E}">
        <p14:creationId xmlns:p14="http://schemas.microsoft.com/office/powerpoint/2010/main" val="1394032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E1063-EB0C-8CAB-9E7B-FD7F96243814}"/>
              </a:ext>
            </a:extLst>
          </p:cNvPr>
          <p:cNvSpPr txBox="1"/>
          <p:nvPr/>
        </p:nvSpPr>
        <p:spPr>
          <a:xfrm>
            <a:off x="4473676" y="2880852"/>
            <a:ext cx="4355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3747015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15E6742394CC48A05FDE9C0E30F877" ma:contentTypeVersion="12" ma:contentTypeDescription="Create a new document." ma:contentTypeScope="" ma:versionID="f573a077b21a239d8fa401f2eb59b402">
  <xsd:schema xmlns:xsd="http://www.w3.org/2001/XMLSchema" xmlns:xs="http://www.w3.org/2001/XMLSchema" xmlns:p="http://schemas.microsoft.com/office/2006/metadata/properties" xmlns:ns3="5c733497-1cec-449e-b653-59bc42b92497" targetNamespace="http://schemas.microsoft.com/office/2006/metadata/properties" ma:root="true" ma:fieldsID="4c00aa9d5d080e0021e5902b78477c3e" ns3:_="">
    <xsd:import namespace="5c733497-1cec-449e-b653-59bc42b924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33497-1cec-449e-b653-59bc42b924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c733497-1cec-449e-b653-59bc42b92497" xsi:nil="true"/>
  </documentManagement>
</p:properties>
</file>

<file path=customXml/itemProps1.xml><?xml version="1.0" encoding="utf-8"?>
<ds:datastoreItem xmlns:ds="http://schemas.openxmlformats.org/officeDocument/2006/customXml" ds:itemID="{9F9107CA-C5B3-4417-8E34-DD02934E80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768BB2-F2EB-48C0-9F45-46FC21C469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733497-1cec-449e-b653-59bc42b924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91B1E0-A6BB-45E6-A35B-FF7322680028}">
  <ds:schemaRefs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terms/"/>
    <ds:schemaRef ds:uri="5c733497-1cec-449e-b653-59bc42b92497"/>
  </ds:schemaRefs>
</ds:datastoreItem>
</file>

<file path=docMetadata/LabelInfo.xml><?xml version="1.0" encoding="utf-8"?>
<clbl:labelList xmlns:clbl="http://schemas.microsoft.com/office/2020/mipLabelMetadata">
  <clbl:label id="{e10c8f44-f469-448f-bc0d-d781288ff01b}" enabled="0" method="" siteId="{e10c8f44-f469-448f-bc0d-d781288ff01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66</Words>
  <Application>Microsoft Office PowerPoint</Application>
  <PresentationFormat>Widescreen</PresentationFormat>
  <Paragraphs>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Calisto MT</vt:lpstr>
      <vt:lpstr>Univers Condensed</vt:lpstr>
      <vt:lpstr>ChronicleVTI</vt:lpstr>
      <vt:lpstr>QAUNTUMVERA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LINKS TO: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Lindokuhle Vuyani Njoko</dc:creator>
  <cp:lastModifiedBy>Lindokuhle Vuyani Njoko</cp:lastModifiedBy>
  <cp:revision>1</cp:revision>
  <dcterms:created xsi:type="dcterms:W3CDTF">2025-06-18T11:58:11Z</dcterms:created>
  <dcterms:modified xsi:type="dcterms:W3CDTF">2025-09-17T00:46:50Z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0x010100AA15E6742394CC48A05FDE9C0E30F877</vt:lpwstr>
  </property>
</Properties>
</file>